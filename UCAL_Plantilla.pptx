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embeddedFontLst>
    <p:embeddedFont>
      <p:font typeface="Montserrat" panose="00000500000000000000" pitchFamily="2" charset="0"/>
      <p:regular r:id="rId4"/>
      <p:bold r:id="rId5"/>
    </p:embeddedFont>
    <p:embeddedFont>
      <p:font typeface="Montserrat Medium" panose="00000600000000000000" pitchFamily="2" charset="0"/>
      <p:regular r:id="rId6"/>
    </p:embeddedFont>
    <p:embeddedFont>
      <p:font typeface="Open Sans" panose="020B0606030504020204" pitchFamily="34" charset="0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gFGj+sDG/kDZzXJtyNIHeErjYc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6" y="7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21" Type="http://customschemas.google.com/relationships/presentationmetadata" Target="metadata"/><Relationship Id="rId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font" Target="fonts/font2.fntdata"/><Relationship Id="rId23" Type="http://schemas.openxmlformats.org/officeDocument/2006/relationships/viewProps" Target="viewProps.xml"/><Relationship Id="rId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179882" y="345698"/>
            <a:ext cx="9530439" cy="6286596"/>
            <a:chOff x="0" y="0"/>
            <a:chExt cx="3758871" cy="2554722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3758871" cy="2554722"/>
            </a:xfrm>
            <a:custGeom>
              <a:avLst/>
              <a:gdLst/>
              <a:ahLst/>
              <a:cxnLst/>
              <a:rect l="l" t="t" r="r" b="b"/>
              <a:pathLst>
                <a:path w="3758871" h="2554722" extrusionOk="0">
                  <a:moveTo>
                    <a:pt x="0" y="0"/>
                  </a:moveTo>
                  <a:lnTo>
                    <a:pt x="3758871" y="0"/>
                  </a:lnTo>
                  <a:lnTo>
                    <a:pt x="3758871" y="2554722"/>
                  </a:lnTo>
                  <a:lnTo>
                    <a:pt x="0" y="2554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00389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0"/>
              <a:ext cx="3758870" cy="2554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3815299" y="535393"/>
            <a:ext cx="2275401" cy="699174"/>
          </a:xfrm>
          <a:custGeom>
            <a:avLst/>
            <a:gdLst/>
            <a:ahLst/>
            <a:cxnLst/>
            <a:rect l="l" t="t" r="r" b="b"/>
            <a:pathLst>
              <a:path w="2275401" h="699174" extrusionOk="0">
                <a:moveTo>
                  <a:pt x="0" y="0"/>
                </a:moveTo>
                <a:lnTo>
                  <a:pt x="2275402" y="0"/>
                </a:lnTo>
                <a:lnTo>
                  <a:pt x="2275402" y="699174"/>
                </a:lnTo>
                <a:lnTo>
                  <a:pt x="0" y="6991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85800" y="1432607"/>
            <a:ext cx="853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389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Escuela Internacional de Coaching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85801" y="3579019"/>
            <a:ext cx="853439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Ha culminado satisfactoriamente el programa de Educación Continua: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379602" y="3945731"/>
            <a:ext cx="732064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893"/>
                </a:solidFill>
                <a:latin typeface="Montserrat"/>
                <a:ea typeface="Montserrat"/>
                <a:cs typeface="Montserrat"/>
                <a:sym typeface="Montserrat"/>
              </a:rPr>
              <a:t>{{</a:t>
            </a:r>
            <a:r>
              <a:rPr lang="en-US" sz="1700" b="1" dirty="0" err="1">
                <a:solidFill>
                  <a:srgbClr val="003893"/>
                </a:solidFill>
                <a:latin typeface="Montserrat"/>
                <a:ea typeface="Montserrat"/>
                <a:cs typeface="Montserrat"/>
                <a:sym typeface="Montserrat"/>
              </a:rPr>
              <a:t>programa</a:t>
            </a:r>
            <a:r>
              <a:rPr lang="en-US" sz="1700" b="1" dirty="0">
                <a:solidFill>
                  <a:srgbClr val="003893"/>
                </a:solidFill>
                <a:latin typeface="Montserrat"/>
                <a:ea typeface="Montserrat"/>
                <a:cs typeface="Montserrat"/>
                <a:sym typeface="Montserrat"/>
              </a:rPr>
              <a:t>}}</a:t>
            </a:r>
            <a:endParaRPr dirty="0"/>
          </a:p>
        </p:txBody>
      </p:sp>
      <p:sp>
        <p:nvSpPr>
          <p:cNvPr id="96" name="Google Shape;96;p1"/>
          <p:cNvSpPr txBox="1"/>
          <p:nvPr/>
        </p:nvSpPr>
        <p:spPr>
          <a:xfrm>
            <a:off x="685800" y="4569619"/>
            <a:ext cx="84051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Font typeface="Montserrat"/>
              <a:buNone/>
            </a:pPr>
            <a:r>
              <a:rPr lang="en-US" sz="1400" b="0" i="0" u="none" strike="noStrike" cap="none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con </a:t>
            </a:r>
            <a:r>
              <a:rPr lang="en-US" sz="1400" b="0" i="0" u="none" strike="noStrike" cap="none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una</a:t>
            </a:r>
            <a:r>
              <a:rPr lang="en-US" sz="1400" b="0" i="0" u="none" strike="noStrike" cap="none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400" b="0" i="0" u="none" strike="noStrike" cap="none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duración</a:t>
            </a:r>
            <a:r>
              <a:rPr lang="en-US" sz="1400" b="0" i="0" u="none" strike="noStrike" cap="none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de {{horas}} horas.</a:t>
            </a:r>
            <a:endParaRPr dirty="0"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Font typeface="Montserrat"/>
              <a:buNone/>
            </a:pPr>
            <a:r>
              <a:rPr lang="en-US" sz="1400" b="0" i="0" u="none" strike="noStrike" cap="none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{{</a:t>
            </a:r>
            <a:r>
              <a:rPr lang="en-US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mes</a:t>
            </a:r>
            <a:r>
              <a:rPr lang="en-US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}}</a:t>
            </a:r>
            <a:r>
              <a:rPr lang="en-US" sz="1400" b="0" i="0" u="none" strike="noStrike" cap="none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{{</a:t>
            </a:r>
            <a:r>
              <a:rPr lang="en-US" sz="1400" b="0" i="0" u="none" strike="noStrike" cap="none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anio</a:t>
            </a:r>
            <a:r>
              <a:rPr lang="en-US" sz="1400" b="0" i="0" u="none" strike="noStrike" cap="none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}}, Lima - Perú.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2423525" y="5185380"/>
            <a:ext cx="1582169" cy="1196316"/>
            <a:chOff x="0" y="0"/>
            <a:chExt cx="2109559" cy="1595088"/>
          </a:xfrm>
        </p:grpSpPr>
        <p:sp>
          <p:nvSpPr>
            <p:cNvPr id="98" name="Google Shape;98;p1"/>
            <p:cNvSpPr/>
            <p:nvPr/>
          </p:nvSpPr>
          <p:spPr>
            <a:xfrm>
              <a:off x="436849" y="0"/>
              <a:ext cx="1235811" cy="1084096"/>
            </a:xfrm>
            <a:custGeom>
              <a:avLst/>
              <a:gdLst/>
              <a:ahLst/>
              <a:cxnLst/>
              <a:rect l="l" t="t" r="r" b="b"/>
              <a:pathLst>
                <a:path w="1235811" h="1084096" extrusionOk="0">
                  <a:moveTo>
                    <a:pt x="0" y="0"/>
                  </a:moveTo>
                  <a:lnTo>
                    <a:pt x="1235810" y="0"/>
                  </a:lnTo>
                  <a:lnTo>
                    <a:pt x="1235810" y="1084096"/>
                  </a:lnTo>
                  <a:lnTo>
                    <a:pt x="0" y="108409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13993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0" y="861435"/>
              <a:ext cx="2109559" cy="20489"/>
            </a:xfrm>
            <a:custGeom>
              <a:avLst/>
              <a:gdLst/>
              <a:ahLst/>
              <a:cxnLst/>
              <a:rect l="l" t="t" r="r" b="b"/>
              <a:pathLst>
                <a:path w="1582166" h="15367" extrusionOk="0">
                  <a:moveTo>
                    <a:pt x="1582166" y="15367"/>
                  </a:moveTo>
                  <a:lnTo>
                    <a:pt x="0" y="15367"/>
                  </a:lnTo>
                  <a:lnTo>
                    <a:pt x="0" y="0"/>
                  </a:lnTo>
                  <a:lnTo>
                    <a:pt x="1582166" y="0"/>
                  </a:lnTo>
                  <a:close/>
                </a:path>
              </a:pathLst>
            </a:custGeom>
            <a:solidFill>
              <a:srgbClr val="1D458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81265" y="991508"/>
              <a:ext cx="2028292" cy="2881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1D4585"/>
                  </a:solidFill>
                  <a:latin typeface="Open Sans"/>
                  <a:ea typeface="Open Sans"/>
                  <a:cs typeface="Open Sans"/>
                  <a:sym typeface="Open Sans"/>
                </a:rPr>
                <a:t>GABRIEL PEREYRA</a:t>
              </a:r>
              <a:endParaRPr/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619809" y="1344987"/>
              <a:ext cx="924023" cy="2501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D4585"/>
                  </a:solidFill>
                  <a:latin typeface="Open Sans"/>
                  <a:ea typeface="Open Sans"/>
                  <a:cs typeface="Open Sans"/>
                  <a:sym typeface="Open Sans"/>
                </a:rPr>
                <a:t>Fundador</a:t>
              </a:r>
              <a:endParaRPr sz="1100" b="1">
                <a:solidFill>
                  <a:srgbClr val="1D458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5900343" y="5379045"/>
            <a:ext cx="1603710" cy="1004185"/>
            <a:chOff x="0" y="0"/>
            <a:chExt cx="2138280" cy="1338914"/>
          </a:xfrm>
        </p:grpSpPr>
        <p:sp>
          <p:nvSpPr>
            <p:cNvPr id="103" name="Google Shape;103;p1"/>
            <p:cNvSpPr/>
            <p:nvPr/>
          </p:nvSpPr>
          <p:spPr>
            <a:xfrm>
              <a:off x="0" y="603215"/>
              <a:ext cx="2109559" cy="20489"/>
            </a:xfrm>
            <a:custGeom>
              <a:avLst/>
              <a:gdLst/>
              <a:ahLst/>
              <a:cxnLst/>
              <a:rect l="l" t="t" r="r" b="b"/>
              <a:pathLst>
                <a:path w="1582166" h="15367" extrusionOk="0">
                  <a:moveTo>
                    <a:pt x="1582166" y="15367"/>
                  </a:moveTo>
                  <a:lnTo>
                    <a:pt x="0" y="15367"/>
                  </a:lnTo>
                  <a:lnTo>
                    <a:pt x="0" y="0"/>
                  </a:lnTo>
                  <a:lnTo>
                    <a:pt x="1582166" y="0"/>
                  </a:lnTo>
                  <a:close/>
                </a:path>
              </a:pathLst>
            </a:custGeom>
            <a:solidFill>
              <a:srgbClr val="1D458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382460" y="733288"/>
              <a:ext cx="1755820" cy="371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dirty="0">
                  <a:solidFill>
                    <a:srgbClr val="1D4585"/>
                  </a:solidFill>
                  <a:latin typeface="Open Sans"/>
                  <a:ea typeface="Open Sans"/>
                  <a:cs typeface="Open Sans"/>
                  <a:sym typeface="Open Sans"/>
                </a:rPr>
                <a:t>GILDA BOHL</a:t>
              </a:r>
              <a:endParaRPr dirty="0"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271263" y="0"/>
              <a:ext cx="1566983" cy="1042089"/>
            </a:xfrm>
            <a:custGeom>
              <a:avLst/>
              <a:gdLst/>
              <a:ahLst/>
              <a:cxnLst/>
              <a:rect l="l" t="t" r="r" b="b"/>
              <a:pathLst>
                <a:path w="1566983" h="1042089" extrusionOk="0">
                  <a:moveTo>
                    <a:pt x="0" y="0"/>
                  </a:moveTo>
                  <a:lnTo>
                    <a:pt x="1566982" y="0"/>
                  </a:lnTo>
                  <a:lnTo>
                    <a:pt x="1566982" y="1042089"/>
                  </a:lnTo>
                  <a:lnTo>
                    <a:pt x="0" y="104208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632841" y="1088813"/>
              <a:ext cx="1043501" cy="2501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 err="1">
                  <a:solidFill>
                    <a:srgbClr val="1D4585"/>
                  </a:solidFill>
                  <a:latin typeface="Open Sans"/>
                  <a:ea typeface="Open Sans"/>
                  <a:cs typeface="Open Sans"/>
                  <a:sym typeface="Open Sans"/>
                </a:rPr>
                <a:t>Directora</a:t>
              </a:r>
              <a:endParaRPr sz="1100" b="1" dirty="0">
                <a:solidFill>
                  <a:srgbClr val="1D458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7" name="Google Shape;107;p1"/>
          <p:cNvGrpSpPr/>
          <p:nvPr/>
        </p:nvGrpSpPr>
        <p:grpSpPr>
          <a:xfrm>
            <a:off x="1379602" y="2830308"/>
            <a:ext cx="7146900" cy="590931"/>
            <a:chOff x="0" y="159436"/>
            <a:chExt cx="9529200" cy="787906"/>
          </a:xfrm>
        </p:grpSpPr>
        <p:sp>
          <p:nvSpPr>
            <p:cNvPr id="108" name="Google Shape;108;p1"/>
            <p:cNvSpPr txBox="1"/>
            <p:nvPr/>
          </p:nvSpPr>
          <p:spPr>
            <a:xfrm>
              <a:off x="0" y="159436"/>
              <a:ext cx="9529200" cy="787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60000"/>
                </a:lnSpc>
              </a:pPr>
              <a:r>
                <a:rPr lang="en-US" sz="2400" dirty="0">
                  <a:solidFill>
                    <a:srgbClr val="003893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{{</a:t>
              </a:r>
              <a:r>
                <a:rPr lang="en-US" sz="2400" dirty="0" err="1">
                  <a:solidFill>
                    <a:srgbClr val="003893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nombre</a:t>
              </a:r>
              <a:r>
                <a:rPr lang="en-US" sz="2400" dirty="0">
                  <a:solidFill>
                    <a:srgbClr val="003893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}}</a:t>
              </a:r>
              <a:endParaRPr dirty="0"/>
            </a:p>
          </p:txBody>
        </p:sp>
        <p:cxnSp>
          <p:nvCxnSpPr>
            <p:cNvPr id="109" name="Google Shape;109;p1"/>
            <p:cNvCxnSpPr/>
            <p:nvPr/>
          </p:nvCxnSpPr>
          <p:spPr>
            <a:xfrm>
              <a:off x="0" y="873373"/>
              <a:ext cx="9529060" cy="0"/>
            </a:xfrm>
            <a:prstGeom prst="straightConnector1">
              <a:avLst/>
            </a:prstGeom>
            <a:noFill/>
            <a:ln w="12700" cap="flat" cmpd="sng">
              <a:solidFill>
                <a:srgbClr val="00389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0" name="Google Shape;110;p1"/>
          <p:cNvSpPr/>
          <p:nvPr/>
        </p:nvSpPr>
        <p:spPr>
          <a:xfrm rot="10800000">
            <a:off x="7382627" y="5459376"/>
            <a:ext cx="2523373" cy="1398624"/>
          </a:xfrm>
          <a:custGeom>
            <a:avLst/>
            <a:gdLst/>
            <a:ahLst/>
            <a:cxnLst/>
            <a:rect l="l" t="t" r="r" b="b"/>
            <a:pathLst>
              <a:path w="2523373" h="1398624" extrusionOk="0">
                <a:moveTo>
                  <a:pt x="2523373" y="1398624"/>
                </a:moveTo>
                <a:lnTo>
                  <a:pt x="0" y="1398624"/>
                </a:lnTo>
                <a:lnTo>
                  <a:pt x="0" y="0"/>
                </a:lnTo>
                <a:lnTo>
                  <a:pt x="2523373" y="0"/>
                </a:lnTo>
                <a:lnTo>
                  <a:pt x="2523373" y="1398624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0"/>
            <a:ext cx="2523373" cy="1398624"/>
          </a:xfrm>
          <a:custGeom>
            <a:avLst/>
            <a:gdLst/>
            <a:ahLst/>
            <a:cxnLst/>
            <a:rect l="l" t="t" r="r" b="b"/>
            <a:pathLst>
              <a:path w="2523373" h="1398624" extrusionOk="0">
                <a:moveTo>
                  <a:pt x="2523373" y="1398624"/>
                </a:moveTo>
                <a:lnTo>
                  <a:pt x="0" y="1398624"/>
                </a:lnTo>
                <a:lnTo>
                  <a:pt x="0" y="0"/>
                </a:lnTo>
                <a:lnTo>
                  <a:pt x="2523373" y="0"/>
                </a:lnTo>
                <a:lnTo>
                  <a:pt x="2523373" y="1398624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1"/>
          <p:cNvGrpSpPr/>
          <p:nvPr/>
        </p:nvGrpSpPr>
        <p:grpSpPr>
          <a:xfrm>
            <a:off x="990600" y="1783752"/>
            <a:ext cx="8100284" cy="515309"/>
            <a:chOff x="0" y="0"/>
            <a:chExt cx="11379200" cy="588159"/>
          </a:xfrm>
        </p:grpSpPr>
        <p:grpSp>
          <p:nvGrpSpPr>
            <p:cNvPr id="113" name="Google Shape;113;p1"/>
            <p:cNvGrpSpPr/>
            <p:nvPr/>
          </p:nvGrpSpPr>
          <p:grpSpPr>
            <a:xfrm>
              <a:off x="2466207" y="0"/>
              <a:ext cx="6446787" cy="588159"/>
              <a:chOff x="4773" y="0"/>
              <a:chExt cx="1910159" cy="174269"/>
            </a:xfrm>
          </p:grpSpPr>
          <p:sp>
            <p:nvSpPr>
              <p:cNvPr id="114" name="Google Shape;114;p1"/>
              <p:cNvSpPr/>
              <p:nvPr/>
            </p:nvSpPr>
            <p:spPr>
              <a:xfrm>
                <a:off x="4773" y="0"/>
                <a:ext cx="1910159" cy="174269"/>
              </a:xfrm>
              <a:custGeom>
                <a:avLst/>
                <a:gdLst/>
                <a:ahLst/>
                <a:cxnLst/>
                <a:rect l="l" t="t" r="r" b="b"/>
                <a:pathLst>
                  <a:path w="1910159" h="174269" extrusionOk="0">
                    <a:moveTo>
                      <a:pt x="1906966" y="0"/>
                    </a:moveTo>
                    <a:lnTo>
                      <a:pt x="3193" y="0"/>
                    </a:lnTo>
                    <a:cubicBezTo>
                      <a:pt x="1960" y="0"/>
                      <a:pt x="856" y="768"/>
                      <a:pt x="428" y="1925"/>
                    </a:cubicBezTo>
                    <a:cubicBezTo>
                      <a:pt x="0" y="3082"/>
                      <a:pt x="338" y="4383"/>
                      <a:pt x="1274" y="5186"/>
                    </a:cubicBezTo>
                    <a:lnTo>
                      <a:pt x="90780" y="81949"/>
                    </a:lnTo>
                    <a:cubicBezTo>
                      <a:pt x="92293" y="83247"/>
                      <a:pt x="93164" y="85141"/>
                      <a:pt x="93164" y="87135"/>
                    </a:cubicBezTo>
                    <a:cubicBezTo>
                      <a:pt x="93164" y="89128"/>
                      <a:pt x="92293" y="91023"/>
                      <a:pt x="90780" y="92321"/>
                    </a:cubicBezTo>
                    <a:lnTo>
                      <a:pt x="1274" y="169083"/>
                    </a:lnTo>
                    <a:cubicBezTo>
                      <a:pt x="338" y="169887"/>
                      <a:pt x="0" y="171188"/>
                      <a:pt x="428" y="172345"/>
                    </a:cubicBezTo>
                    <a:cubicBezTo>
                      <a:pt x="856" y="173501"/>
                      <a:pt x="1960" y="174269"/>
                      <a:pt x="3193" y="174269"/>
                    </a:cubicBezTo>
                    <a:lnTo>
                      <a:pt x="1906966" y="174269"/>
                    </a:lnTo>
                    <a:cubicBezTo>
                      <a:pt x="1908200" y="174269"/>
                      <a:pt x="1909303" y="173501"/>
                      <a:pt x="1909731" y="172345"/>
                    </a:cubicBezTo>
                    <a:cubicBezTo>
                      <a:pt x="1910159" y="171188"/>
                      <a:pt x="1909822" y="169887"/>
                      <a:pt x="1908885" y="169083"/>
                    </a:cubicBezTo>
                    <a:lnTo>
                      <a:pt x="1819379" y="92321"/>
                    </a:lnTo>
                    <a:cubicBezTo>
                      <a:pt x="1817866" y="91023"/>
                      <a:pt x="1816995" y="89128"/>
                      <a:pt x="1816995" y="87135"/>
                    </a:cubicBezTo>
                    <a:cubicBezTo>
                      <a:pt x="1816995" y="85141"/>
                      <a:pt x="1817866" y="83247"/>
                      <a:pt x="1819379" y="81949"/>
                    </a:cubicBezTo>
                    <a:lnTo>
                      <a:pt x="1908885" y="5186"/>
                    </a:lnTo>
                    <a:cubicBezTo>
                      <a:pt x="1909822" y="4383"/>
                      <a:pt x="1910159" y="3082"/>
                      <a:pt x="1909731" y="1925"/>
                    </a:cubicBezTo>
                    <a:cubicBezTo>
                      <a:pt x="1909303" y="768"/>
                      <a:pt x="1908200" y="0"/>
                      <a:pt x="1906966" y="0"/>
                    </a:cubicBezTo>
                    <a:close/>
                  </a:path>
                </a:pathLst>
              </a:custGeom>
              <a:solidFill>
                <a:srgbClr val="05A2D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 txBox="1"/>
              <p:nvPr/>
            </p:nvSpPr>
            <p:spPr>
              <a:xfrm>
                <a:off x="88900" y="0"/>
                <a:ext cx="1741905" cy="174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" name="Google Shape;116;p1"/>
            <p:cNvSpPr txBox="1"/>
            <p:nvPr/>
          </p:nvSpPr>
          <p:spPr>
            <a:xfrm>
              <a:off x="0" y="84531"/>
              <a:ext cx="11379200" cy="427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99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DIPLOMA</a:t>
              </a:r>
              <a:endParaRPr dirty="0"/>
            </a:p>
          </p:txBody>
        </p:sp>
      </p:grpSp>
      <p:sp>
        <p:nvSpPr>
          <p:cNvPr id="117" name="Google Shape;117;p1"/>
          <p:cNvSpPr/>
          <p:nvPr/>
        </p:nvSpPr>
        <p:spPr>
          <a:xfrm>
            <a:off x="7915785" y="646394"/>
            <a:ext cx="1569256" cy="687422"/>
          </a:xfrm>
          <a:custGeom>
            <a:avLst/>
            <a:gdLst/>
            <a:ahLst/>
            <a:cxnLst/>
            <a:rect l="l" t="t" r="r" b="b"/>
            <a:pathLst>
              <a:path w="1569256" h="687422" extrusionOk="0">
                <a:moveTo>
                  <a:pt x="0" y="0"/>
                </a:moveTo>
                <a:lnTo>
                  <a:pt x="1569256" y="0"/>
                </a:lnTo>
                <a:lnTo>
                  <a:pt x="1569256" y="687422"/>
                </a:lnTo>
                <a:lnTo>
                  <a:pt x="0" y="6874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4124" t="-14506" r="-1518" b="-1148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>
            <a:off x="395195" y="373993"/>
            <a:ext cx="1211719" cy="1211719"/>
            <a:chOff x="0" y="0"/>
            <a:chExt cx="1615626" cy="1615626"/>
          </a:xfrm>
        </p:grpSpPr>
        <p:grpSp>
          <p:nvGrpSpPr>
            <p:cNvPr id="119" name="Google Shape;119;p1"/>
            <p:cNvGrpSpPr/>
            <p:nvPr/>
          </p:nvGrpSpPr>
          <p:grpSpPr>
            <a:xfrm>
              <a:off x="0" y="0"/>
              <a:ext cx="1615626" cy="1615626"/>
              <a:chOff x="0" y="0"/>
              <a:chExt cx="812800" cy="812800"/>
            </a:xfrm>
          </p:grpSpPr>
          <p:sp>
            <p:nvSpPr>
              <p:cNvPr id="120" name="Google Shape;120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2" name="Google Shape;122;p1"/>
            <p:cNvSpPr/>
            <p:nvPr/>
          </p:nvSpPr>
          <p:spPr>
            <a:xfrm>
              <a:off x="75045" y="115200"/>
              <a:ext cx="1465535" cy="1412565"/>
            </a:xfrm>
            <a:custGeom>
              <a:avLst/>
              <a:gdLst/>
              <a:ahLst/>
              <a:cxnLst/>
              <a:rect l="l" t="t" r="r" b="b"/>
              <a:pathLst>
                <a:path w="1465535" h="1412565" extrusionOk="0">
                  <a:moveTo>
                    <a:pt x="0" y="0"/>
                  </a:moveTo>
                  <a:lnTo>
                    <a:pt x="1465535" y="0"/>
                  </a:lnTo>
                  <a:lnTo>
                    <a:pt x="1465535" y="1412565"/>
                  </a:lnTo>
                  <a:lnTo>
                    <a:pt x="0" y="141256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t="-265" b="-26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"/>
          <p:cNvSpPr txBox="1"/>
          <p:nvPr/>
        </p:nvSpPr>
        <p:spPr>
          <a:xfrm>
            <a:off x="4005693" y="6632294"/>
            <a:ext cx="498422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codigo_diploma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dirty="0"/>
          </a:p>
        </p:txBody>
      </p:sp>
      <p:sp>
        <p:nvSpPr>
          <p:cNvPr id="124" name="Google Shape;124;p1"/>
          <p:cNvSpPr txBox="1"/>
          <p:nvPr/>
        </p:nvSpPr>
        <p:spPr>
          <a:xfrm>
            <a:off x="815116" y="2401224"/>
            <a:ext cx="840508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500"/>
              <a:buFont typeface="Montserrat"/>
              <a:buNone/>
            </a:pPr>
            <a:r>
              <a:rPr lang="en-US" sz="15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Otorgado a:</a:t>
            </a:r>
            <a:endParaRPr sz="1500" b="0" i="0" u="none" strike="noStrike" cap="none">
              <a:solidFill>
                <a:srgbClr val="54545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</TotalTime>
  <Words>55</Words>
  <Application>Microsoft Office PowerPoint</Application>
  <PresentationFormat>A4 (210 x 297 mm)</PresentationFormat>
  <Paragraphs>14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Montserrat Medium</vt:lpstr>
      <vt:lpstr>Montserrat</vt:lpstr>
      <vt:lpstr>Open Sans</vt:lpstr>
      <vt:lpstr>Calibri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Humangrowth</cp:lastModifiedBy>
  <cp:revision>6</cp:revision>
  <dcterms:created xsi:type="dcterms:W3CDTF">2006-08-16T00:00:00Z</dcterms:created>
  <dcterms:modified xsi:type="dcterms:W3CDTF">2026-10-02T06:48:54Z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2026-10-02T06:46:41Z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589f5560-b7ee-4be5-a919-cbd8491519c3</vt:lpwstr>
  </property>
  <property fmtid="{D5CDD505-2E9C-101B-9397-08002B2CF9AE}" pid="7" name="MSIP_Label_defa4170-0d19-0005-0004-bc88714345d2_ActionId">
    <vt:lpwstr>d1fc5fe9-fe9c-4f85-a3a2-8132cd374316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